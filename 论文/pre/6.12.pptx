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745" y="698500"/>
            <a:ext cx="8792845" cy="59442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" y="159385"/>
            <a:ext cx="4107180" cy="121666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000" b="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2024+ </a:t>
            </a:r>
            <a:r>
              <a:rPr lang="zh-CN" altLang="en-US" sz="2000" b="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金融相关论文共 </a:t>
            </a:r>
            <a:r>
              <a:rPr lang="en-US" altLang="zh-CN" sz="2000" b="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156 </a:t>
            </a:r>
            <a:r>
              <a:rPr lang="zh-CN" altLang="en-US" sz="2000" b="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篇。</a:t>
            </a:r>
            <a:endParaRPr lang="zh-CN" altLang="en-US" sz="2000" b="0" i="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1079500"/>
            <a:ext cx="10267315" cy="55041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8280" y="300990"/>
            <a:ext cx="832548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0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 International Conference on AI in Finance</a:t>
            </a:r>
            <a:r>
              <a:rPr lang="zh-CN" altLang="en-US" sz="20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ICAIF</a:t>
            </a:r>
            <a:r>
              <a:rPr lang="zh-CN" altLang="en-US" sz="20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955" y="306705"/>
            <a:ext cx="10789920" cy="321945"/>
          </a:xfrm>
        </p:spPr>
        <p:txBody>
          <a:bodyPr>
            <a:normAutofit fontScale="90000"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REASONING ON TIME-SERIES FOR FINANCIAL TECH-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NICAL ANALYSIS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0505" y="1031875"/>
            <a:ext cx="11295380" cy="54235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ACL2025</a:t>
            </a:r>
            <a:endParaRPr lang="en-US" altLang="zh-CN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niversity of Washington</a:t>
            </a:r>
            <a:endParaRPr lang="en-US" altLang="zh-CN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点：</a:t>
            </a:r>
            <a:endParaRPr lang="en-US" altLang="zh-CN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现有金融 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研究多聚焦单点任务：情绪分析、财报问答、股价预测等。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但真实金融机构是多部门协作系统：数据、投研、交易、组合、风控相互依赖。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提出金融 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Agent 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分类框架：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Analysis Agent → Investment Research Agent → Trading Agent → Investment Manager Agent → Risk Management Agent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将金融核心角色（数据分析、投资研究、交易、投资管理、风险管理）映射到主要子任务（并串成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流）、数据集和评估指标。关键子任务包括：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（文本摘要）、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NER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（命名实体识别）、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（金融关系抽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（事件分类）、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（情绪分析）、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TSF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（时间序列预测）、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（策略执行）、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QA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（问答）、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（欺</a:t>
            </a: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诈检测）、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DRP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（违约风险预测）和 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（多智能体协作）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并综合了对应的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</a:t>
            </a:r>
            <a:r>
              <a:rPr lang="zh-CN" altLang="en-US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多个模型以及一些真正的</a:t>
            </a:r>
            <a:r>
              <a:rPr lang="en-US" altLang="zh-CN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lang="en-US" altLang="zh-CN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5690" y="741045"/>
            <a:ext cx="5903595" cy="2003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875" y="365125"/>
            <a:ext cx="10515600" cy="483235"/>
          </a:xfrm>
        </p:spPr>
        <p:txBody>
          <a:bodyPr>
            <a:norm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R&amp;D-Agent-Quant A Multi-Agent Framework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875" y="1104900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 NeurIPS  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CMU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量化研究流程过度依赖人工、因子和模型优化相互割裂、现有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金融智能体缺乏可解释性和真实回测验证的问题。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把量化研究做成一个多智能体闭环：自动找因子、写代码、回测、看结果、再迭代。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通过协调式的因子-模型联合优化，自动化完成量化策略的全栈研发。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R&amp;D-Agent(Q)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将量化流程拆解为两个迭代阶段：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阶段会动态设置与目标对齐的提示词，基于领域先验形成假设，并将其映射为具体任务；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Development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阶段使用代码生成智能体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Co-STEER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来实现特定任务代码，并在真实市场回测中执行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阶段，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Specification Unit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会根据优化目标生成标准化任务说明。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Synthesis Unit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会基于先前结果生成面向任务的知识森林，并生成新的因子或模型假设，再将这些假设映射为可执行任务。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Development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阶段，引入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Co-STEER，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这是一个代码生成智能体，利用链式思维推理和基于图的知识存储。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Implementation Unit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将假设翻译为代码，而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 Unit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会执行真实市场回测。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Analysis Unit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使用统一指标进行评估，并使用多臂老虎机调度器自适应选择下一步优化方向。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1230" y="130175"/>
            <a:ext cx="3224530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270" y="172720"/>
            <a:ext cx="10515600" cy="697230"/>
          </a:xfrm>
        </p:spPr>
        <p:txBody>
          <a:bodyPr>
            <a:norm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Automate Strategy Finding with LLM in Quant Investment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270" y="1253490"/>
            <a:ext cx="10515600" cy="4351338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emnlp2025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港科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如何用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自动完成量化投资中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Alpha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因子的发现、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筛选和组合，减少人工依赖，并让策略能适应不同市场状态。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用到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Alpha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挖掘的前端，从多模态金融材料里自动生成、分类、筛选种子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Alpha，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做成了一个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Alpha Factory”。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引入多智能体做因子评估，设计了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CSA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RPA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两个智能体，分别从置信度和风险偏好角度评估因子，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让选因子不只是看历史收益。根据不同市场环境动态调整因子选择，增强了策略的自适应性。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320" y="788035"/>
            <a:ext cx="10012680" cy="313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340" y="0"/>
            <a:ext cx="10515600" cy="1325563"/>
          </a:xfrm>
        </p:spPr>
        <p:txBody>
          <a:bodyPr>
            <a:norm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TRADE IN MINUTES! RATIONALITY-DRIVEN AGENTIC SYSTEM FOR QUANTITATIVE FINANCIAL TRADING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567180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ICLR2026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Tongji University 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把“策略开发”和“实盘执行”解耦，先离线生成、优化交易机器人，再在线上用程序化机器人分钟级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论文批评传统 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金融智能体常模拟分析师、交易员、辩论者等拟人角色，容易引入情绪偏差和主观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判断。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TiMi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转而依赖技术指标、数学约束和程序化执行，更贴近量化交易逻辑。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系统设计了四类智能体：宏观分析、策略适配、机器人进化、反馈反思。它们分别负责从市场模式提炼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策略、针对交易对定制、生成交易代码、根据反馈优化参数和逻辑。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7470" y="757555"/>
            <a:ext cx="6751320" cy="2898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1935" y="365125"/>
            <a:ext cx="10854690" cy="822325"/>
          </a:xfrm>
        </p:spPr>
        <p:txBody>
          <a:bodyPr>
            <a:norm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REASONING ON TIME-SERIES FOR FINANCIAL TECHNICAL ANALYSIS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70" y="1527175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2026iclr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高瓴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解决问题：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现有金融 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多分析新闻、财报、社交文本，较少直接解释历史价格数据，即技术分析。时间序列 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虽能预测，但通常牺牲语言推理能力。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创新点：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论文提出 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VTA，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将“语言化推理”和“潜在时间序列建模”结合，目标是同时提高预测准确性和可解释性。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把股价序列转成技术指标文本，让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做自然语言推理和给初步预测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时间序列模型做数值预测，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VTA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会从 </a:t>
            </a:r>
            <a:r>
              <a:rPr lang="en-US" altLang="zh-CN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的粗略预测或推理中提取一些属性去影响时序模型的最终输出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不足：</a:t>
            </a:r>
            <a:endParaRPr lang="en-US" alt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解释强依赖技术指标，不一定代表真正因果解释。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1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在非金融时间序列上效果有限，说明方法对金融场景依赖较强。</a:t>
            </a:r>
            <a:endParaRPr lang="zh-CN" altLang="en-US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981710"/>
            <a:ext cx="9217660" cy="42811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2129</Words>
  <Application>WPS 演示</Application>
  <PresentationFormat>宽屏</PresentationFormat>
  <Paragraphs>77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黑体</vt:lpstr>
      <vt:lpstr>微软雅黑</vt:lpstr>
      <vt:lpstr>Arial</vt:lpstr>
      <vt:lpstr>Arial Unicode MS</vt:lpstr>
      <vt:lpstr>Calibri</vt:lpstr>
      <vt:lpstr>WPS</vt:lpstr>
      <vt:lpstr>PowerPoint 演示文稿</vt:lpstr>
      <vt:lpstr>PowerPoint 演示文稿</vt:lpstr>
      <vt:lpstr>REASONING ON TIME-SERIES FOR FINANCIAL TECH-NICAL ANALYSIS</vt:lpstr>
      <vt:lpstr>R&amp;D-Agent-Quant A Multi-Agent Framework</vt:lpstr>
      <vt:lpstr>Automate Strategy Finding with LLM in Quant Investment</vt:lpstr>
      <vt:lpstr>TRADE IN MINUTES! RATIONALITY-DRIVEN AGENTIC SYSTEM FOR QUANTITATIVE FINANCIAL TRADING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李焯</dc:creator>
  <cp:lastModifiedBy>哲欣</cp:lastModifiedBy>
  <cp:revision>24</cp:revision>
  <dcterms:created xsi:type="dcterms:W3CDTF">2023-08-09T12:44:00Z</dcterms:created>
  <dcterms:modified xsi:type="dcterms:W3CDTF">2026-06-12T07:30:26Z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39B97EF934D54C0CB97F03E5998E07F2_12</vt:lpwstr>
  </property>
</Properties>
</file>